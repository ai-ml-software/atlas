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05eb3a37884774" /><Relationship Type="http://schemas.openxmlformats.org/officeDocument/2006/relationships/extended-properties" Target="/docProps/app.xml" Id="R0d2b7578a73e4177" /><Relationship Type="http://schemas.openxmlformats.org/officeDocument/2006/relationships/officeDocument" Target="/ppt/presentation.xml" Id="Ra442fe4dbcb143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ad5865baf0431b"/>
  </p:sldMasterIdLst>
  <p:notesMasterIdLst>
    <p:notesMasterId xmlns:r="http://schemas.openxmlformats.org/officeDocument/2006/relationships" r:id="Rfdfb4a72e9f14952"/>
  </p:notesMasterIdLst>
  <p:sldIdLst>
    <p:sldId xmlns:r="http://schemas.openxmlformats.org/officeDocument/2006/relationships" id="256" r:id="Rc4241fad402b41f2"/>
    <p:sldId xmlns:r="http://schemas.openxmlformats.org/officeDocument/2006/relationships" id="257" r:id="R688735575c5a4e0a"/>
    <p:sldId xmlns:r="http://schemas.openxmlformats.org/officeDocument/2006/relationships" id="258" r:id="Rb510f120d95d4ff6"/>
    <p:sldId xmlns:r="http://schemas.openxmlformats.org/officeDocument/2006/relationships" id="259" r:id="Re9791f48d7a6462f"/>
    <p:sldId xmlns:r="http://schemas.openxmlformats.org/officeDocument/2006/relationships" id="260" r:id="R61dea225158f4edd"/>
    <p:sldId xmlns:r="http://schemas.openxmlformats.org/officeDocument/2006/relationships" id="261" r:id="Rfbe69254d2a24e22"/>
    <p:sldId xmlns:r="http://schemas.openxmlformats.org/officeDocument/2006/relationships" id="262" r:id="R80a4c3be52374e0f"/>
    <p:sldId xmlns:r="http://schemas.openxmlformats.org/officeDocument/2006/relationships" id="263" r:id="Rfe2bc377a6944542"/>
    <p:sldId xmlns:r="http://schemas.openxmlformats.org/officeDocument/2006/relationships" id="264" r:id="R0180a492c9c541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7b9effc264e3b" /><Relationship Type="http://schemas.openxmlformats.org/officeDocument/2006/relationships/slideMaster" Target="/ppt/slideMasters/slideMaster1.xml" Id="R7fad5865baf0431b" /><Relationship Type="http://schemas.openxmlformats.org/officeDocument/2006/relationships/notesMaster" Target="/ppt/notesMasters/notesMaster1.xml" Id="Rfdfb4a72e9f14952" /><Relationship Type="http://schemas.openxmlformats.org/officeDocument/2006/relationships/presProps" Target="/ppt/presProps.xml" Id="Rdce3e13b6749458a" /><Relationship Type="http://schemas.openxmlformats.org/officeDocument/2006/relationships/tableStyles" Target="/ppt/tableStyles.xml" Id="R0e866c7c13574b91" /><Relationship Type="http://schemas.openxmlformats.org/officeDocument/2006/relationships/slide" Target="/ppt/slides/slide1.xml" Id="Rc4241fad402b41f2" /><Relationship Type="http://schemas.openxmlformats.org/officeDocument/2006/relationships/slide" Target="/ppt/slides/slide2.xml" Id="R688735575c5a4e0a" /><Relationship Type="http://schemas.openxmlformats.org/officeDocument/2006/relationships/slide" Target="/ppt/slides/slide3.xml" Id="Rb510f120d95d4ff6" /><Relationship Type="http://schemas.openxmlformats.org/officeDocument/2006/relationships/slide" Target="/ppt/slides/slide4.xml" Id="Re9791f48d7a6462f" /><Relationship Type="http://schemas.openxmlformats.org/officeDocument/2006/relationships/slide" Target="/ppt/slides/slide5.xml" Id="R61dea225158f4edd" /><Relationship Type="http://schemas.openxmlformats.org/officeDocument/2006/relationships/slide" Target="/ppt/slides/slide6.xml" Id="Rfbe69254d2a24e22" /><Relationship Type="http://schemas.openxmlformats.org/officeDocument/2006/relationships/slide" Target="/ppt/slides/slide7.xml" Id="R80a4c3be52374e0f" /><Relationship Type="http://schemas.openxmlformats.org/officeDocument/2006/relationships/slide" Target="/ppt/slides/slide8.xml" Id="Rfe2bc377a6944542" /><Relationship Type="http://schemas.openxmlformats.org/officeDocument/2006/relationships/slide" Target="/ppt/slides/slide9.xml" Id="R0180a492c9c5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5661b9f6bf4b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84f565f1a5426b" /><Relationship Type="http://schemas.openxmlformats.org/officeDocument/2006/relationships/notesMaster" Target="/ppt/notesMasters/notesMaster1.xml" Id="Ra3b606ebe5e040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1b082b12a44e2e" /><Relationship Type="http://schemas.openxmlformats.org/officeDocument/2006/relationships/notesMaster" Target="/ppt/notesMasters/notesMaster1.xml" Id="R1785c39f47ab48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44d8a372b3428b" /><Relationship Type="http://schemas.openxmlformats.org/officeDocument/2006/relationships/notesMaster" Target="/ppt/notesMasters/notesMaster1.xml" Id="Rf41f984762be45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b2f5f3b5e7459d" /><Relationship Type="http://schemas.openxmlformats.org/officeDocument/2006/relationships/notesMaster" Target="/ppt/notesMasters/notesMaster1.xml" Id="Re1ee5d0e99144a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3a33b259414189" /><Relationship Type="http://schemas.openxmlformats.org/officeDocument/2006/relationships/notesMaster" Target="/ppt/notesMasters/notesMaster1.xml" Id="R5e536147dd6947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2f61a135f34739" /><Relationship Type="http://schemas.openxmlformats.org/officeDocument/2006/relationships/notesMaster" Target="/ppt/notesMasters/notesMaster1.xml" Id="Rd423b5b033a64e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4b6513383749ee" /><Relationship Type="http://schemas.openxmlformats.org/officeDocument/2006/relationships/notesMaster" Target="/ppt/notesMasters/notesMaster1.xml" Id="Rabe29d9d99d348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0a67eb8a2e485a" /><Relationship Type="http://schemas.openxmlformats.org/officeDocument/2006/relationships/notesMaster" Target="/ppt/notesMasters/notesMaster1.xml" Id="R63e5e644a13948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0e218b63b34e0f" /><Relationship Type="http://schemas.openxmlformats.org/officeDocument/2006/relationships/notesMaster" Target="/ppt/notesMasters/notesMaster1.xml" Id="R9ab1fa1496fd4e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Dyafa brand assets from مرحبا في بيتك.pdf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Dyafa guest-service training series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Dyafa guest-service training series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Dyafa guest-service training series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Dyafa guest-service training series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Dyafa workplace safety principle; general non-clinical guidance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Dyafa guest-service training series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Dyafa guest-service training series</a:t>
            </a:r>
          </a:p>
          <a:p xmlns:a="http://schemas.openxmlformats.org/drawingml/2006/main">
            <a:r>
              <a:t>- User-provided Dyafa guest-service training series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Dyafa logo from مرحبا في بيتك.pdf</a:t>
            </a:r>
          </a:p>
          <a:p xmlns:a="http://schemas.openxmlformats.org/drawingml/2006/main">
            <a:r>
              <a:t>- User-provided Dyafa guest-service training series</a:t>
            </a:r>
          </a:p>
          <a:p xmlns:a="http://schemas.openxmlformats.org/drawingml/2006/main">
            <a:r>
              <a:t>- User-provided Dyafa guest-service training series</a:t>
            </a:r>
          </a:p>
          <a:p xmlns:a="http://schemas.openxmlformats.org/drawingml/2006/main">
            <a:r>
              <a:t>- User-provided Dyafa guest-service training series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c3b7406d44a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f8a701e7824e02" /><Relationship Type="http://schemas.openxmlformats.org/officeDocument/2006/relationships/slideLayout" Target="/ppt/slideLayouts/slideLayout1.xml" Id="R7154e0e6b3e247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54e0e6b3e247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0d973430b4224" /><Relationship Type="http://schemas.openxmlformats.org/officeDocument/2006/relationships/image" Target="/ppt/media/image.png" Id="R050a1e32ccdf4238" /><Relationship Type="http://schemas.openxmlformats.org/officeDocument/2006/relationships/image" Target="/ppt/media/image2.png" Id="R4466fbdcd4b84c1c" /><Relationship Type="http://schemas.openxmlformats.org/officeDocument/2006/relationships/image" Target="/ppt/media/image3.png" Id="Rb189e89bc3234cf6" /><Relationship Type="http://schemas.openxmlformats.org/officeDocument/2006/relationships/image" Target="/ppt/media/image4.png" Id="Raf33e78d96d441ff" /><Relationship Type="http://schemas.openxmlformats.org/officeDocument/2006/relationships/image" Target="/ppt/media/image5.png" Id="R54ccc98914f44991" /><Relationship Type="http://schemas.openxmlformats.org/officeDocument/2006/relationships/notesSlide" Target="/ppt/notesSlides/notesSlide1.xml" Id="R8211fc03554045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915f8dfe147da" /><Relationship Type="http://schemas.openxmlformats.org/officeDocument/2006/relationships/image" Target="/ppt/media/image6.png" Id="R8ea06cbff943432f" /><Relationship Type="http://schemas.openxmlformats.org/officeDocument/2006/relationships/image" Target="/ppt/media/image7.png" Id="R4c21bf2567b94cb9" /><Relationship Type="http://schemas.openxmlformats.org/officeDocument/2006/relationships/image" Target="/ppt/media/image8.png" Id="R07c7199c2e0d4423" /><Relationship Type="http://schemas.openxmlformats.org/officeDocument/2006/relationships/image" Target="/ppt/media/image9.png" Id="Rfc814ae5abc74be0" /><Relationship Type="http://schemas.openxmlformats.org/officeDocument/2006/relationships/image" Target="/ppt/media/image10.png" Id="Rabc63e6afa934ea5" /><Relationship Type="http://schemas.openxmlformats.org/officeDocument/2006/relationships/image" Target="/ppt/media/image11.png" Id="R62986f7687104cb2" /><Relationship Type="http://schemas.openxmlformats.org/officeDocument/2006/relationships/image" Target="/ppt/media/image12.png" Id="R7753b66a07a3493b" /><Relationship Type="http://schemas.openxmlformats.org/officeDocument/2006/relationships/image" Target="/ppt/media/image13.png" Id="R453a7257e5b746c4" /><Relationship Type="http://schemas.openxmlformats.org/officeDocument/2006/relationships/image" Target="/ppt/media/image14.png" Id="Rf4b10ae097ef452b" /><Relationship Type="http://schemas.openxmlformats.org/officeDocument/2006/relationships/image" Target="/ppt/media/image15.png" Id="R07c46b45c04445ff" /><Relationship Type="http://schemas.openxmlformats.org/officeDocument/2006/relationships/notesSlide" Target="/ppt/notesSlides/notesSlide2.xml" Id="Rbbc364edf4c842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2d0584a494882" /><Relationship Type="http://schemas.openxmlformats.org/officeDocument/2006/relationships/image" Target="/ppt/media/image16.png" Id="R78661562df214104" /><Relationship Type="http://schemas.openxmlformats.org/officeDocument/2006/relationships/image" Target="/ppt/media/image17.png" Id="R4a666e8c31ff447f" /><Relationship Type="http://schemas.openxmlformats.org/officeDocument/2006/relationships/image" Target="/ppt/media/image18.png" Id="R9232fbfad86040fc" /><Relationship Type="http://schemas.openxmlformats.org/officeDocument/2006/relationships/image" Target="/ppt/media/image19.png" Id="R7e53dad818f54b8a" /><Relationship Type="http://schemas.openxmlformats.org/officeDocument/2006/relationships/image" Target="/ppt/media/image20.png" Id="R0895ef7373c24907" /><Relationship Type="http://schemas.openxmlformats.org/officeDocument/2006/relationships/image" Target="/ppt/media/image21.png" Id="Rcfd622643d694f3f" /><Relationship Type="http://schemas.openxmlformats.org/officeDocument/2006/relationships/image" Target="/ppt/media/image22.png" Id="Rb5ec25d0787440fb" /><Relationship Type="http://schemas.openxmlformats.org/officeDocument/2006/relationships/image" Target="/ppt/media/image23.png" Id="R8b64c49cdab8409a" /><Relationship Type="http://schemas.openxmlformats.org/officeDocument/2006/relationships/image" Target="/ppt/media/image24.png" Id="Rd6b4d46112e44f2f" /><Relationship Type="http://schemas.openxmlformats.org/officeDocument/2006/relationships/image" Target="/ppt/media/image25.png" Id="R49be615283584d6a" /><Relationship Type="http://schemas.openxmlformats.org/officeDocument/2006/relationships/image" Target="/ppt/media/image26.png" Id="Rb8de5b8dfa024f1a" /><Relationship Type="http://schemas.openxmlformats.org/officeDocument/2006/relationships/image" Target="/ppt/media/image27.png" Id="R99886993c4bf4fc8" /><Relationship Type="http://schemas.openxmlformats.org/officeDocument/2006/relationships/image" Target="/ppt/media/image28.png" Id="R5e6bacdf44a44bde" /><Relationship Type="http://schemas.openxmlformats.org/officeDocument/2006/relationships/image" Target="/ppt/media/image29.png" Id="Raa23c9b4a8e84101" /><Relationship Type="http://schemas.openxmlformats.org/officeDocument/2006/relationships/image" Target="/ppt/media/image30.png" Id="R4484190a66ac4122" /><Relationship Type="http://schemas.openxmlformats.org/officeDocument/2006/relationships/notesSlide" Target="/ppt/notesSlides/notesSlide3.xml" Id="R421a062a40ee42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eb1cc539e4a86" /><Relationship Type="http://schemas.openxmlformats.org/officeDocument/2006/relationships/image" Target="/ppt/media/image31.png" Id="Rfadff5d393264677" /><Relationship Type="http://schemas.openxmlformats.org/officeDocument/2006/relationships/image" Target="/ppt/media/image32.png" Id="Ra1fc331452f04b9b" /><Relationship Type="http://schemas.openxmlformats.org/officeDocument/2006/relationships/image" Target="/ppt/media/image33.png" Id="R166725bb15ce4b16" /><Relationship Type="http://schemas.openxmlformats.org/officeDocument/2006/relationships/image" Target="/ppt/media/image34.png" Id="R79e5f92cbf474f8a" /><Relationship Type="http://schemas.openxmlformats.org/officeDocument/2006/relationships/image" Target="/ppt/media/image35.png" Id="R733cce0ac2ee4933" /><Relationship Type="http://schemas.openxmlformats.org/officeDocument/2006/relationships/image" Target="/ppt/media/image36.png" Id="R5bdeb0f60fb84880" /><Relationship Type="http://schemas.openxmlformats.org/officeDocument/2006/relationships/image" Target="/ppt/media/image37.png" Id="R150415871fa9417b" /><Relationship Type="http://schemas.openxmlformats.org/officeDocument/2006/relationships/image" Target="/ppt/media/image38.png" Id="Rda0ae7e2c16b4207" /><Relationship Type="http://schemas.openxmlformats.org/officeDocument/2006/relationships/image" Target="/ppt/media/image39.png" Id="R7ce9ceed2ebd4c4d" /><Relationship Type="http://schemas.openxmlformats.org/officeDocument/2006/relationships/image" Target="/ppt/media/image40.png" Id="R19758cf95e2140c0" /><Relationship Type="http://schemas.openxmlformats.org/officeDocument/2006/relationships/image" Target="/ppt/media/image41.png" Id="R3d3e697fa21a407f" /><Relationship Type="http://schemas.openxmlformats.org/officeDocument/2006/relationships/notesSlide" Target="/ppt/notesSlides/notesSlide4.xml" Id="Reb68a27db1984b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eb3ff60c04c46" /><Relationship Type="http://schemas.openxmlformats.org/officeDocument/2006/relationships/image" Target="/ppt/media/image42.png" Id="R38f8cbbd73014be6" /><Relationship Type="http://schemas.openxmlformats.org/officeDocument/2006/relationships/image" Target="/ppt/media/image43.png" Id="R6cc13da9245b4154" /><Relationship Type="http://schemas.openxmlformats.org/officeDocument/2006/relationships/image" Target="/ppt/media/image44.png" Id="R53e03a1d386f471c" /><Relationship Type="http://schemas.openxmlformats.org/officeDocument/2006/relationships/image" Target="/ppt/media/image45.png" Id="R623b535a828e4ac2" /><Relationship Type="http://schemas.openxmlformats.org/officeDocument/2006/relationships/image" Target="/ppt/media/image46.png" Id="R56144d3c6604444c" /><Relationship Type="http://schemas.openxmlformats.org/officeDocument/2006/relationships/image" Target="/ppt/media/image47.png" Id="Ree5bd8b46d414140" /><Relationship Type="http://schemas.openxmlformats.org/officeDocument/2006/relationships/image" Target="/ppt/media/image48.png" Id="Re3f30f4b38234090" /><Relationship Type="http://schemas.openxmlformats.org/officeDocument/2006/relationships/image" Target="/ppt/media/image49.png" Id="R2afbb310b0604ae0" /><Relationship Type="http://schemas.openxmlformats.org/officeDocument/2006/relationships/image" Target="/ppt/media/image50.png" Id="Re2c3478ebf6b4c32" /><Relationship Type="http://schemas.openxmlformats.org/officeDocument/2006/relationships/image" Target="/ppt/media/image51.png" Id="R5b902dce657d4032" /><Relationship Type="http://schemas.openxmlformats.org/officeDocument/2006/relationships/image" Target="/ppt/media/image52.png" Id="R6fef64f3e0d24cfc" /><Relationship Type="http://schemas.openxmlformats.org/officeDocument/2006/relationships/notesSlide" Target="/ppt/notesSlides/notesSlide5.xml" Id="Ref1dd06948ed4d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bdfd0282847cd" /><Relationship Type="http://schemas.openxmlformats.org/officeDocument/2006/relationships/image" Target="/ppt/media/image53.png" Id="R70207cd3514543ef" /><Relationship Type="http://schemas.openxmlformats.org/officeDocument/2006/relationships/image" Target="/ppt/media/image54.png" Id="Re52af8f27a8f49e9" /><Relationship Type="http://schemas.openxmlformats.org/officeDocument/2006/relationships/image" Target="/ppt/media/image55.png" Id="Rad996182d53b4a10" /><Relationship Type="http://schemas.openxmlformats.org/officeDocument/2006/relationships/image" Target="/ppt/media/image56.png" Id="Rd49a26e476cc4edd" /><Relationship Type="http://schemas.openxmlformats.org/officeDocument/2006/relationships/image" Target="/ppt/media/image57.png" Id="R16754c6c26ca460c" /><Relationship Type="http://schemas.openxmlformats.org/officeDocument/2006/relationships/image" Target="/ppt/media/image58.png" Id="R6c246b9527f14b37" /><Relationship Type="http://schemas.openxmlformats.org/officeDocument/2006/relationships/image" Target="/ppt/media/image59.png" Id="Rb767f3d06da64e2c" /><Relationship Type="http://schemas.openxmlformats.org/officeDocument/2006/relationships/image" Target="/ppt/media/image60.png" Id="R050035bc117f43d2" /><Relationship Type="http://schemas.openxmlformats.org/officeDocument/2006/relationships/image" Target="/ppt/media/image61.png" Id="R589dd258f26d4bf3" /><Relationship Type="http://schemas.openxmlformats.org/officeDocument/2006/relationships/image" Target="/ppt/media/image62.png" Id="Ra955489ee9344108" /><Relationship Type="http://schemas.openxmlformats.org/officeDocument/2006/relationships/image" Target="/ppt/media/image63.png" Id="R7203800309c54fa6" /><Relationship Type="http://schemas.openxmlformats.org/officeDocument/2006/relationships/image" Target="/ppt/media/image64.png" Id="Ra639171a9b5e4078" /><Relationship Type="http://schemas.openxmlformats.org/officeDocument/2006/relationships/image" Target="/ppt/media/image65.png" Id="R54bc692431234a38" /><Relationship Type="http://schemas.openxmlformats.org/officeDocument/2006/relationships/image" Target="/ppt/media/image66.png" Id="Rf9debbc753734609" /><Relationship Type="http://schemas.openxmlformats.org/officeDocument/2006/relationships/image" Target="/ppt/media/image67.png" Id="R7f938646a7264d25" /><Relationship Type="http://schemas.openxmlformats.org/officeDocument/2006/relationships/notesSlide" Target="/ppt/notesSlides/notesSlide6.xml" Id="R344ec05bcee348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04e01e3df49af" /><Relationship Type="http://schemas.openxmlformats.org/officeDocument/2006/relationships/image" Target="/ppt/media/image68.png" Id="R7e201e463466497b" /><Relationship Type="http://schemas.openxmlformats.org/officeDocument/2006/relationships/image" Target="/ppt/media/image69.png" Id="R1cf1860ed8ce4cd2" /><Relationship Type="http://schemas.openxmlformats.org/officeDocument/2006/relationships/image" Target="/ppt/media/image70.png" Id="R161f8567228a4dc7" /><Relationship Type="http://schemas.openxmlformats.org/officeDocument/2006/relationships/image" Target="/ppt/media/image71.png" Id="Rf53d852924b44c40" /><Relationship Type="http://schemas.openxmlformats.org/officeDocument/2006/relationships/image" Target="/ppt/media/image72.png" Id="R725c5fe4bbfb4aec" /><Relationship Type="http://schemas.openxmlformats.org/officeDocument/2006/relationships/image" Target="/ppt/media/image73.png" Id="R927abc991a894291" /><Relationship Type="http://schemas.openxmlformats.org/officeDocument/2006/relationships/image" Target="/ppt/media/image74.png" Id="Rf3367bd07dcd4b17" /><Relationship Type="http://schemas.openxmlformats.org/officeDocument/2006/relationships/image" Target="/ppt/media/image75.png" Id="R86a6b8b1b1474f9a" /><Relationship Type="http://schemas.openxmlformats.org/officeDocument/2006/relationships/image" Target="/ppt/media/image76.png" Id="R3f7246c271984467" /><Relationship Type="http://schemas.openxmlformats.org/officeDocument/2006/relationships/image" Target="/ppt/media/image77.png" Id="Rfb1b58463c654ceb" /><Relationship Type="http://schemas.openxmlformats.org/officeDocument/2006/relationships/image" Target="/ppt/media/image78.png" Id="R618dd75c5b9d4157" /><Relationship Type="http://schemas.openxmlformats.org/officeDocument/2006/relationships/notesSlide" Target="/ppt/notesSlides/notesSlide7.xml" Id="R243176cfb0da43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a79c5cd1a4428" /><Relationship Type="http://schemas.openxmlformats.org/officeDocument/2006/relationships/image" Target="/ppt/media/image79.png" Id="R91a60f8c79dd4539" /><Relationship Type="http://schemas.openxmlformats.org/officeDocument/2006/relationships/image" Target="/ppt/media/image80.png" Id="R14daf7159c5e4fe7" /><Relationship Type="http://schemas.openxmlformats.org/officeDocument/2006/relationships/image" Target="/ppt/media/image81.png" Id="Rd6c220a4e77c43e0" /><Relationship Type="http://schemas.openxmlformats.org/officeDocument/2006/relationships/image" Target="/ppt/media/image82.png" Id="R7e3cb836e0f04028" /><Relationship Type="http://schemas.openxmlformats.org/officeDocument/2006/relationships/image" Target="/ppt/media/image83.png" Id="R87a5f808ddc9425f" /><Relationship Type="http://schemas.openxmlformats.org/officeDocument/2006/relationships/image" Target="/ppt/media/image84.png" Id="Rb8f16f2ef24245f3" /><Relationship Type="http://schemas.openxmlformats.org/officeDocument/2006/relationships/image" Target="/ppt/media/image85.png" Id="R6aad41049ed348a4" /><Relationship Type="http://schemas.openxmlformats.org/officeDocument/2006/relationships/image" Target="/ppt/media/image86.png" Id="R6d52628e48b84b95" /><Relationship Type="http://schemas.openxmlformats.org/officeDocument/2006/relationships/image" Target="/ppt/media/image87.png" Id="Re2d47bf4feb34d8f" /><Relationship Type="http://schemas.openxmlformats.org/officeDocument/2006/relationships/image" Target="/ppt/media/image88.png" Id="R74c65a2647b04498" /><Relationship Type="http://schemas.openxmlformats.org/officeDocument/2006/relationships/image" Target="/ppt/media/image89.png" Id="Ra86001098116491e" /><Relationship Type="http://schemas.openxmlformats.org/officeDocument/2006/relationships/image" Target="/ppt/media/image90.png" Id="R98617fd0ba504269" /><Relationship Type="http://schemas.openxmlformats.org/officeDocument/2006/relationships/image" Target="/ppt/media/image91.png" Id="Re94f87be2c5b44e7" /><Relationship Type="http://schemas.openxmlformats.org/officeDocument/2006/relationships/image" Target="/ppt/media/image92.png" Id="R541674cebf724569" /><Relationship Type="http://schemas.openxmlformats.org/officeDocument/2006/relationships/image" Target="/ppt/media/image93.png" Id="R609a42c18b0e44a0" /><Relationship Type="http://schemas.openxmlformats.org/officeDocument/2006/relationships/notesSlide" Target="/ppt/notesSlides/notesSlide8.xml" Id="Rfaac916036dc4a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460e16e184267" /><Relationship Type="http://schemas.openxmlformats.org/officeDocument/2006/relationships/image" Target="/ppt/media/image94.png" Id="Rf41afbf8e924486a" /><Relationship Type="http://schemas.openxmlformats.org/officeDocument/2006/relationships/image" Target="/ppt/media/image95.png" Id="Rf32625876db14349" /><Relationship Type="http://schemas.openxmlformats.org/officeDocument/2006/relationships/image" Target="/ppt/media/image96.png" Id="Re38acde0c30745d0" /><Relationship Type="http://schemas.openxmlformats.org/officeDocument/2006/relationships/image" Target="/ppt/media/image97.png" Id="R834e7e2540be4047" /><Relationship Type="http://schemas.openxmlformats.org/officeDocument/2006/relationships/image" Target="/ppt/media/image98.png" Id="R55c1d532f08e43ad" /><Relationship Type="http://schemas.openxmlformats.org/officeDocument/2006/relationships/image" Target="/ppt/media/image99.png" Id="R23e9d111bef74b84" /><Relationship Type="http://schemas.openxmlformats.org/officeDocument/2006/relationships/notesSlide" Target="/ppt/notesSlides/notesSlide9.xml" Id="R241a2a2c328945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a1e32ccdf4238"/>
          <a:srcRect xmlns:a="http://schemas.openxmlformats.org/drawingml/2006/main" l="20597" t="0" r="205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667C1-6851-443A-8222-A85CE545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5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6C6A3-7E3C-45A3-BB2E-12581F94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6fbdcd4b84c1c"/>
          <a:stretch xmlns:a="http://schemas.openxmlformats.org/drawingml/2006/main"/>
        </p:blipFill>
        <p:spPr>
          <a:xfrm xmlns:a="http://schemas.openxmlformats.org/drawingml/2006/main">
            <a:off x="666750" y="1476375"/>
            <a:ext cx="5429250" cy="7429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9e89bc3234cf6"/>
          <a:stretch xmlns:a="http://schemas.openxmlformats.org/drawingml/2006/main"/>
        </p:blipFill>
        <p:spPr>
          <a:xfrm xmlns:a="http://schemas.openxmlformats.org/drawingml/2006/main">
            <a:off x="666750" y="2343150"/>
            <a:ext cx="5429250" cy="57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BEDB0-9516-40DF-94C3-64F42EE3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A49A"/>
                </a:solidFill>
              </a:defRPr>
            </a:pPr>
            <a:r>
              <a:rPr sz="1650" b="1">
                <a:solidFill>
                  <a:srgbClr val="1FA49A"/>
                </a:solidFill>
              </a:rPr>
              <a:t>ACTIVE LISTENING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3F7F6-32EC-4C8A-950A-EA7FF008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UNDERSTAND BEFORE YOU ANSWER.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F5474-1193-4AE6-B117-01E94875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3B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3e78d96d441ff"/>
          <a:stretch xmlns:a="http://schemas.openxmlformats.org/drawingml/2006/main"/>
        </p:blipFill>
        <p:spPr>
          <a:xfrm xmlns:a="http://schemas.openxmlformats.org/drawingml/2006/main">
            <a:off x="666750" y="4762500"/>
            <a:ext cx="5095875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96FCF-30FC-4DE3-96E4-0E8E83E6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7E3"/>
                </a:solidFill>
              </a:defRPr>
            </a:pPr>
            <a:r>
              <a:rPr sz="1200" b="0">
                <a:solidFill>
                  <a:srgbClr val="D9E7E3"/>
                </a:solidFill>
              </a:rPr>
              <a:t>Pause • Listen • Ask • Confirm • Act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cc98914f44991"/>
          <a:stretch xmlns:a="http://schemas.openxmlformats.org/drawingml/2006/main"/>
        </p:blipFill>
        <p:spPr>
          <a:xfrm xmlns:a="http://schemas.openxmlformats.org/drawingml/2006/main">
            <a:off x="666750" y="6048375"/>
            <a:ext cx="5238750" cy="247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26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2671F-68EF-45CB-9F8B-CCAD29F9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06cbff943432f"/>
          <a:stretch xmlns:a="http://schemas.openxmlformats.org/drawingml/2006/main"/>
        </p:blipFill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A914D-BA29-47A5-BB29-DE463F83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LISTENING SHOWS 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69512-EC07-4D04-9B72-31ADF7C4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FC51C-6888-4C3F-90DB-8FD05C56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1bf2567b94cb9"/>
          <a:stretch xmlns:a="http://schemas.openxmlformats.org/drawingml/2006/main"/>
        </p:blipFill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7199c2e0d4423"/>
          <a:stretch xmlns:a="http://schemas.openxmlformats.org/drawingml/2006/main"/>
        </p:blipFill>
        <p:spPr>
          <a:xfrm xmlns:a="http://schemas.openxmlformats.org/drawingml/2006/main">
            <a:off x="857250" y="1524000"/>
            <a:ext cx="2571750" cy="7620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14ae5abc74be0"/>
          <a:stretch xmlns:a="http://schemas.openxmlformats.org/drawingml/2006/main"/>
        </p:blipFill>
        <p:spPr>
          <a:xfrm xmlns:a="http://schemas.openxmlformats.org/drawingml/2006/main">
            <a:off x="857250" y="2286000"/>
            <a:ext cx="25717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D1F54-12E8-49FB-83C9-334A216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E7E3"/>
                </a:solidFill>
              </a:defRPr>
            </a:pPr>
            <a:r>
              <a:rPr sz="1050" b="1">
                <a:solidFill>
                  <a:srgbClr val="D9E7E3"/>
                </a:solidFill>
              </a:rPr>
              <a:t>STARTS WITH LISTENING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33C65-799B-4654-98A9-0ABA9996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B79D5-1FF3-41F1-A2C1-B088869E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381125"/>
            <a:ext cx="19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63e6afa934ea5"/>
          <a:stretch xmlns:a="http://schemas.openxmlformats.org/drawingml/2006/main"/>
        </p:blipFill>
        <p:spPr>
          <a:xfrm xmlns:a="http://schemas.openxmlformats.org/drawingml/2006/main">
            <a:off x="4095750" y="1381125"/>
            <a:ext cx="6515100" cy="609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B58C4-F666-433A-AAAF-C24A7E78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990725"/>
            <a:ext cx="19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86f7687104cb2"/>
          <a:stretch xmlns:a="http://schemas.openxmlformats.org/drawingml/2006/main"/>
        </p:blipFill>
        <p:spPr>
          <a:xfrm xmlns:a="http://schemas.openxmlformats.org/drawingml/2006/main">
            <a:off x="4095750" y="1990725"/>
            <a:ext cx="6515100" cy="6096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54D15-9521-441B-8238-6C15A3AE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600325"/>
            <a:ext cx="19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3b66a07a3493b"/>
          <a:stretch xmlns:a="http://schemas.openxmlformats.org/drawingml/2006/main"/>
        </p:blipFill>
        <p:spPr>
          <a:xfrm xmlns:a="http://schemas.openxmlformats.org/drawingml/2006/main">
            <a:off x="4095750" y="2600325"/>
            <a:ext cx="6515100" cy="6096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48B63-C4ED-4AC6-9883-DCF71F4B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09925"/>
            <a:ext cx="19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a7257e5b746c4"/>
          <a:stretch xmlns:a="http://schemas.openxmlformats.org/drawingml/2006/main"/>
        </p:blipFill>
        <p:spPr>
          <a:xfrm xmlns:a="http://schemas.openxmlformats.org/drawingml/2006/main">
            <a:off x="4095750" y="3209925"/>
            <a:ext cx="6515100" cy="6096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A57E4-BEF0-4D54-AA92-C3D302B4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819525"/>
            <a:ext cx="19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10ae097ef452b"/>
          <a:stretch xmlns:a="http://schemas.openxmlformats.org/drawingml/2006/main"/>
        </p:blipFill>
        <p:spPr>
          <a:xfrm xmlns:a="http://schemas.openxmlformats.org/drawingml/2006/main">
            <a:off x="4095750" y="3819525"/>
            <a:ext cx="6515100" cy="6096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00E5B-0D8F-45E9-813E-5668422F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85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2827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46b45c04445ff"/>
          <a:stretch xmlns:a="http://schemas.openxmlformats.org/drawingml/2006/main"/>
        </p:blipFill>
        <p:spPr>
          <a:xfrm xmlns:a="http://schemas.openxmlformats.org/drawingml/2006/main">
            <a:off x="4333875" y="4857750"/>
            <a:ext cx="6381750" cy="342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7E104-75B1-49B4-AB3B-20ED8A5A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7E3"/>
                </a:solidFill>
              </a:defRPr>
            </a:pPr>
            <a:r>
              <a:rPr sz="1125" b="0">
                <a:solidFill>
                  <a:srgbClr val="D9E7E3"/>
                </a:solidFill>
              </a:rPr>
              <a:t>Do not prepare your reply while the guest is speaking. Listen first.</a:t>
            </a:r>
          </a:p>
        </p:txBody>
      </p:sp>
    </p:spTree>
    <p:extLst>
      <p:ext uri="{BB962C8B-B14F-4D97-AF65-F5344CB8AC3E}">
        <p14:creationId xmlns:p14="http://schemas.microsoft.com/office/powerpoint/2010/main" val="1322998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509569-4434-49ED-B067-CACA84B6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61562df214104"/>
          <a:stretch xmlns:a="http://schemas.openxmlformats.org/drawingml/2006/main"/>
        </p:blipFill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EF1CE-30E4-4B6C-916E-E1B3C43D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WORDS • TONE • BODY LANGUAGE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91BC0-906F-4F7D-8605-2CE24775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B8A68-8440-444D-9746-FDE8FCD6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03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66e8c31ff447f"/>
          <a:stretch xmlns:a="http://schemas.openxmlformats.org/drawingml/2006/main"/>
        </p:blipFill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C106E-C50C-49C5-8A17-99E9C7C6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143250" cy="3810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3C5E5-C6FA-405F-A25F-5A3156E3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002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A49A"/>
                </a:solidFill>
              </a:defRPr>
            </a:pPr>
            <a:r>
              <a:rPr sz="2700" b="1">
                <a:solidFill>
                  <a:srgbClr val="1FA49A"/>
                </a:solidFill>
              </a:rPr>
              <a:t>01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2fbfad86040fc"/>
          <a:stretch xmlns:a="http://schemas.openxmlformats.org/drawingml/2006/main"/>
        </p:blipFill>
        <p:spPr>
          <a:xfrm xmlns:a="http://schemas.openxmlformats.org/drawingml/2006/main">
            <a:off x="952500" y="2190750"/>
            <a:ext cx="2476500" cy="438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963B7-9D8D-468A-91E9-CE39759A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B46A"/>
                </a:solidFill>
              </a:defRPr>
            </a:pPr>
            <a:r>
              <a:rPr sz="1050" b="1">
                <a:solidFill>
                  <a:srgbClr val="D5B46A"/>
                </a:solidFill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1A577-C048-40A4-9BF8-B1B7ABFA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905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3dad818f54b8a"/>
          <a:stretch xmlns:a="http://schemas.openxmlformats.org/drawingml/2006/main"/>
        </p:blipFill>
        <p:spPr>
          <a:xfrm xmlns:a="http://schemas.openxmlformats.org/drawingml/2006/main">
            <a:off x="958739" y="3143250"/>
            <a:ext cx="2121123" cy="539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99DAA-B1D6-4C8A-B2AF-8B029623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83000"/>
            <a:ext cx="1905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5ef7373c24907"/>
          <a:stretch xmlns:a="http://schemas.openxmlformats.org/drawingml/2006/main"/>
        </p:blipFill>
        <p:spPr>
          <a:xfrm xmlns:a="http://schemas.openxmlformats.org/drawingml/2006/main">
            <a:off x="958739" y="3683000"/>
            <a:ext cx="2121123" cy="539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2FF2A-E10C-4A47-A8BD-BFB96A85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22750"/>
            <a:ext cx="1905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622643d694f3f"/>
          <a:stretch xmlns:a="http://schemas.openxmlformats.org/drawingml/2006/main"/>
        </p:blipFill>
        <p:spPr>
          <a:xfrm xmlns:a="http://schemas.openxmlformats.org/drawingml/2006/main">
            <a:off x="958739" y="4222750"/>
            <a:ext cx="2121123" cy="539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E58D6-DFB6-4BC2-A27F-919E6E4D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28750"/>
            <a:ext cx="3143250" cy="3810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59F15-E276-446A-B122-4D76ECFC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002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5B46A"/>
                </a:solidFill>
              </a:defRPr>
            </a:pPr>
            <a:r>
              <a:rPr sz="2700" b="1">
                <a:solidFill>
                  <a:srgbClr val="D5B46A"/>
                </a:solidFill>
              </a:rPr>
              <a:t>02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c25d0787440fb"/>
          <a:stretch xmlns:a="http://schemas.openxmlformats.org/drawingml/2006/main"/>
        </p:blipFill>
        <p:spPr>
          <a:xfrm xmlns:a="http://schemas.openxmlformats.org/drawingml/2006/main">
            <a:off x="4476750" y="2190750"/>
            <a:ext cx="2476500" cy="4381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DA350-B740-4065-8F7C-016A945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B46A"/>
                </a:solidFill>
              </a:defRPr>
            </a:pPr>
            <a:r>
              <a:rPr sz="1050" b="1">
                <a:solidFill>
                  <a:srgbClr val="D5B46A"/>
                </a:solidFill>
              </a:rPr>
              <a:t>DURING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6FD42-DF53-4583-AE4D-4C12BBB7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905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4c49cdab8409a"/>
          <a:stretch xmlns:a="http://schemas.openxmlformats.org/drawingml/2006/main"/>
        </p:blipFill>
        <p:spPr>
          <a:xfrm xmlns:a="http://schemas.openxmlformats.org/drawingml/2006/main">
            <a:off x="4482989" y="3143250"/>
            <a:ext cx="2121123" cy="539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B68268-1BD9-465F-97F1-B718D9E7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83000"/>
            <a:ext cx="1905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4d46112e44f2f"/>
          <a:stretch xmlns:a="http://schemas.openxmlformats.org/drawingml/2006/main"/>
        </p:blipFill>
        <p:spPr>
          <a:xfrm xmlns:a="http://schemas.openxmlformats.org/drawingml/2006/main">
            <a:off x="4482989" y="3683000"/>
            <a:ext cx="2121123" cy="539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3FB4E3-0E99-4B9F-95F1-CE5CFB65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2750"/>
            <a:ext cx="1905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e615283584d6a"/>
          <a:stretch xmlns:a="http://schemas.openxmlformats.org/drawingml/2006/main"/>
        </p:blipFill>
        <p:spPr>
          <a:xfrm xmlns:a="http://schemas.openxmlformats.org/drawingml/2006/main">
            <a:off x="4482989" y="4222750"/>
            <a:ext cx="2121123" cy="5397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6D509-EAA7-4B41-B842-C7DFD98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3143250" cy="3810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82E65F-CCD8-4746-A528-EF4B0AE3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002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A49A"/>
                </a:solidFill>
              </a:defRPr>
            </a:pPr>
            <a:r>
              <a:rPr sz="2700" b="1">
                <a:solidFill>
                  <a:srgbClr val="1FA49A"/>
                </a:solidFill>
              </a:rPr>
              <a:t>03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e5b8dfa024f1a"/>
          <a:stretch xmlns:a="http://schemas.openxmlformats.org/drawingml/2006/main"/>
        </p:blipFill>
        <p:spPr>
          <a:xfrm xmlns:a="http://schemas.openxmlformats.org/drawingml/2006/main">
            <a:off x="8001000" y="2190750"/>
            <a:ext cx="2476500" cy="438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BB06E-86B3-42E9-AD1B-DDC3F951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B46A"/>
                </a:solidFill>
              </a:defRPr>
            </a:pPr>
            <a:r>
              <a:rPr sz="1050" b="1">
                <a:solidFill>
                  <a:srgbClr val="D5B46A"/>
                </a:solidFill>
              </a:rPr>
              <a:t>AFTER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245E1D-9EC0-4A95-86DF-AB321274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43250"/>
            <a:ext cx="1905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86993c4bf4fc8"/>
          <a:stretch xmlns:a="http://schemas.openxmlformats.org/drawingml/2006/main"/>
        </p:blipFill>
        <p:spPr>
          <a:xfrm xmlns:a="http://schemas.openxmlformats.org/drawingml/2006/main">
            <a:off x="8007239" y="3143250"/>
            <a:ext cx="2121123" cy="539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3D8100-2E3A-4629-8E26-EF8CEF78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83000"/>
            <a:ext cx="1905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bacdf44a44bde"/>
          <a:stretch xmlns:a="http://schemas.openxmlformats.org/drawingml/2006/main"/>
        </p:blipFill>
        <p:spPr>
          <a:xfrm xmlns:a="http://schemas.openxmlformats.org/drawingml/2006/main">
            <a:off x="8007239" y="3683000"/>
            <a:ext cx="2121123" cy="5397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BCFDD0-74E9-48BD-8D41-057C9212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22750"/>
            <a:ext cx="1905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3c9b4a8e84101"/>
          <a:stretch xmlns:a="http://schemas.openxmlformats.org/drawingml/2006/main"/>
        </p:blipFill>
        <p:spPr>
          <a:xfrm xmlns:a="http://schemas.openxmlformats.org/drawingml/2006/main">
            <a:off x="8007239" y="4222750"/>
            <a:ext cx="2121123" cy="539750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4190a66ac4122"/>
          <a:stretch xmlns:a="http://schemas.openxmlformats.org/drawingml/2006/main"/>
        </p:blipFill>
        <p:spPr>
          <a:xfrm xmlns:a="http://schemas.openxmlformats.org/drawingml/2006/main">
            <a:off x="1905000" y="5619750"/>
            <a:ext cx="8382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16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03B52-5648-4924-832B-69B3C5E7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ff5d393264677"/>
          <a:stretch xmlns:a="http://schemas.openxmlformats.org/drawingml/2006/main"/>
        </p:blipFill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E2A9B-E610-41F9-B46F-18236E4A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GIVE FULL 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6137B-6857-46F2-8086-B7B3D53A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62CF5-EE79-4D59-9473-E891281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04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c331452f04b9b"/>
          <a:stretch xmlns:a="http://schemas.openxmlformats.org/drawingml/2006/main"/>
        </p:blipFill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48BF1-09CF-4F9E-A250-DACB3871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810000" cy="39528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725bb15ce4b16"/>
          <a:stretch xmlns:a="http://schemas.openxmlformats.org/drawingml/2006/main"/>
        </p:blipFill>
        <p:spPr>
          <a:xfrm xmlns:a="http://schemas.openxmlformats.org/drawingml/2006/main">
            <a:off x="1285875" y="1762125"/>
            <a:ext cx="2571750" cy="904875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5f92cbf474f8a"/>
          <a:stretch xmlns:a="http://schemas.openxmlformats.org/drawingml/2006/main"/>
        </p:blipFill>
        <p:spPr>
          <a:xfrm xmlns:a="http://schemas.openxmlformats.org/drawingml/2006/main">
            <a:off x="1047750" y="2762250"/>
            <a:ext cx="3048000" cy="400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CC796-24F5-4945-B08C-9CEE34E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E7E3"/>
                </a:solidFill>
              </a:defRPr>
            </a:pPr>
            <a:r>
              <a:rPr sz="1125" b="1">
                <a:solidFill>
                  <a:srgbClr val="D9E7E3"/>
                </a:solidFill>
              </a:rPr>
              <a:t>LISTEN WITHOUT DISTRACTION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0D979-86AA-4D85-8376-ED30D963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cce0ac2ee4933"/>
          <a:stretch xmlns:a="http://schemas.openxmlformats.org/drawingml/2006/main"/>
        </p:blipFill>
        <p:spPr>
          <a:xfrm xmlns:a="http://schemas.openxmlformats.org/drawingml/2006/main">
            <a:off x="1000125" y="4095750"/>
            <a:ext cx="3143250" cy="571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984AB-411F-4587-9208-1905414F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381125"/>
            <a:ext cx="19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eb0f60fb84880"/>
          <a:stretch xmlns:a="http://schemas.openxmlformats.org/drawingml/2006/main"/>
        </p:blipFill>
        <p:spPr>
          <a:xfrm xmlns:a="http://schemas.openxmlformats.org/drawingml/2006/main">
            <a:off x="5143500" y="1381125"/>
            <a:ext cx="5562600" cy="666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8C498-C144-4A7E-8B75-CEA5080A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47875"/>
            <a:ext cx="19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415871fa9417b"/>
          <a:stretch xmlns:a="http://schemas.openxmlformats.org/drawingml/2006/main"/>
        </p:blipFill>
        <p:spPr>
          <a:xfrm xmlns:a="http://schemas.openxmlformats.org/drawingml/2006/main">
            <a:off x="5143500" y="2047875"/>
            <a:ext cx="5562600" cy="666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B08C7-4499-44CB-8E49-D98194F8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14625"/>
            <a:ext cx="19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ae7e2c16b4207"/>
          <a:stretch xmlns:a="http://schemas.openxmlformats.org/drawingml/2006/main"/>
        </p:blipFill>
        <p:spPr>
          <a:xfrm xmlns:a="http://schemas.openxmlformats.org/drawingml/2006/main">
            <a:off x="5143500" y="2714625"/>
            <a:ext cx="5562600" cy="666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E9C01-6B33-4B89-BA6F-27FD8AA1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81375"/>
            <a:ext cx="19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9ceed2ebd4c4d"/>
          <a:stretch xmlns:a="http://schemas.openxmlformats.org/drawingml/2006/main"/>
        </p:blipFill>
        <p:spPr>
          <a:xfrm xmlns:a="http://schemas.openxmlformats.org/drawingml/2006/main">
            <a:off x="5143500" y="3381375"/>
            <a:ext cx="5562600" cy="6667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9BB51-4216-4EAA-A916-7E1AEB35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48125"/>
            <a:ext cx="19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58cf95e2140c0"/>
          <a:stretch xmlns:a="http://schemas.openxmlformats.org/drawingml/2006/main"/>
        </p:blipFill>
        <p:spPr>
          <a:xfrm xmlns:a="http://schemas.openxmlformats.org/drawingml/2006/main">
            <a:off x="5143500" y="4048125"/>
            <a:ext cx="5562600" cy="666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169FB-E9B8-4208-9F3F-8F6658EC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53000"/>
            <a:ext cx="590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827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e697fa21a407f"/>
          <a:stretch xmlns:a="http://schemas.openxmlformats.org/drawingml/2006/main"/>
        </p:blipFill>
        <p:spPr>
          <a:xfrm xmlns:a="http://schemas.openxmlformats.org/drawingml/2006/main">
            <a:off x="5381625" y="5048250"/>
            <a:ext cx="542925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F3C76-26B2-4B7E-98F9-62E92154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340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9E7E3"/>
                </a:solidFill>
              </a:defRPr>
            </a:pPr>
            <a:r>
              <a:rPr sz="1050" b="0">
                <a:solidFill>
                  <a:srgbClr val="D9E7E3"/>
                </a:solidFill>
              </a:rPr>
              <a:t>Full attention saves time and prevents mistakes.</a:t>
            </a:r>
          </a:p>
        </p:txBody>
      </p:sp>
    </p:spTree>
    <p:extLst>
      <p:ext uri="{BB962C8B-B14F-4D97-AF65-F5344CB8AC3E}">
        <p14:creationId xmlns:p14="http://schemas.microsoft.com/office/powerpoint/2010/main" val="1046794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FFB93-E1AE-456C-8EFD-E64C90DA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8cbbd73014be6"/>
          <a:stretch xmlns:a="http://schemas.openxmlformats.org/drawingml/2006/main"/>
        </p:blipFill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CA4F7-747B-4156-9F26-401BA3DC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FOUR LISTENING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68D32-F9D9-4325-861E-0EF7993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C15FA-9CA6-4E80-A2D8-85339187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05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13da9245b4154"/>
          <a:stretch xmlns:a="http://schemas.openxmlformats.org/drawingml/2006/main"/>
        </p:blipFill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27534-0A9B-4928-A831-62D806EB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FA49A"/>
                </a:solidFill>
              </a:defRPr>
            </a:pPr>
            <a:r>
              <a:rPr sz="2850" b="1">
                <a:solidFill>
                  <a:srgbClr val="1FA49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8460F-F6E3-4701-83FF-A832AC4E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619250" cy="2714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03a1d386f471c"/>
          <a:stretch xmlns:a="http://schemas.openxmlformats.org/drawingml/2006/main"/>
        </p:blipFill>
        <p:spPr>
          <a:xfrm xmlns:a="http://schemas.openxmlformats.org/drawingml/2006/main">
            <a:off x="762000" y="2400300"/>
            <a:ext cx="1238250" cy="419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228C2-8D38-4352-84A5-E9779E17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B46A"/>
                </a:solidFill>
              </a:defRPr>
            </a:pPr>
            <a:r>
              <a:rPr sz="975" b="1">
                <a:solidFill>
                  <a:srgbClr val="D5B46A"/>
                </a:solidFill>
              </a:rPr>
              <a:t>LISTEN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b535a828e4ac2"/>
          <a:stretch xmlns:a="http://schemas.openxmlformats.org/drawingml/2006/main"/>
        </p:blipFill>
        <p:spPr>
          <a:xfrm xmlns:a="http://schemas.openxmlformats.org/drawingml/2006/main">
            <a:off x="762000" y="3286125"/>
            <a:ext cx="123825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8DB78-ABCA-454A-8DB4-8F02B006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287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5B46A"/>
                </a:solidFill>
              </a:defRPr>
            </a:pPr>
            <a:r>
              <a:rPr sz="2850" b="1">
                <a:solidFill>
                  <a:srgbClr val="D5B46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6E9A5-335E-49D0-80BF-7E058C56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1619250" cy="2714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44d3c6604444c"/>
          <a:stretch xmlns:a="http://schemas.openxmlformats.org/drawingml/2006/main"/>
        </p:blipFill>
        <p:spPr>
          <a:xfrm xmlns:a="http://schemas.openxmlformats.org/drawingml/2006/main">
            <a:off x="3905250" y="2400300"/>
            <a:ext cx="1238250" cy="4191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3F61F-3297-4405-BBF9-0A622146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575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B46A"/>
                </a:solidFill>
              </a:defRPr>
            </a:pPr>
            <a:r>
              <a:rPr sz="975" b="1">
                <a:solidFill>
                  <a:srgbClr val="D5B46A"/>
                </a:solidFill>
              </a:rPr>
              <a:t>ASK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bd8b46d414140"/>
          <a:stretch xmlns:a="http://schemas.openxmlformats.org/drawingml/2006/main"/>
        </p:blipFill>
        <p:spPr>
          <a:xfrm xmlns:a="http://schemas.openxmlformats.org/drawingml/2006/main">
            <a:off x="3905250" y="3286125"/>
            <a:ext cx="1238250" cy="1143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CD345-07D8-4436-82B5-96D73C59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FA49A"/>
                </a:solidFill>
              </a:defRPr>
            </a:pPr>
            <a:r>
              <a:rPr sz="2850" b="1">
                <a:solidFill>
                  <a:srgbClr val="1FA49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2D4B1-31DA-4AB0-81CE-34D661E4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1619250" cy="2714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30f4b38234090"/>
          <a:stretch xmlns:a="http://schemas.openxmlformats.org/drawingml/2006/main"/>
        </p:blipFill>
        <p:spPr>
          <a:xfrm xmlns:a="http://schemas.openxmlformats.org/drawingml/2006/main">
            <a:off x="7048500" y="2400300"/>
            <a:ext cx="1238250" cy="4191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485C5-5F2C-4965-80A0-4E46B1B4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575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B46A"/>
                </a:solidFill>
              </a:defRPr>
            </a:pPr>
            <a:r>
              <a:rPr sz="975" b="1">
                <a:solidFill>
                  <a:srgbClr val="D5B46A"/>
                </a:solidFill>
              </a:rPr>
              <a:t>CONFIRM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bb310b0604ae0"/>
          <a:stretch xmlns:a="http://schemas.openxmlformats.org/drawingml/2006/main"/>
        </p:blipFill>
        <p:spPr>
          <a:xfrm xmlns:a="http://schemas.openxmlformats.org/drawingml/2006/main">
            <a:off x="7048500" y="3286125"/>
            <a:ext cx="1238250" cy="1143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68CAC4-930B-4B27-BA82-F3EA01AB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287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5B46A"/>
                </a:solidFill>
              </a:defRPr>
            </a:pPr>
            <a:r>
              <a:rPr sz="2850" b="1">
                <a:solidFill>
                  <a:srgbClr val="D5B46A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0CBD3-2E75-4132-84B6-4E3E27A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3125"/>
            <a:ext cx="1619250" cy="2714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3478ebf6b4c32"/>
          <a:stretch xmlns:a="http://schemas.openxmlformats.org/drawingml/2006/main"/>
        </p:blipFill>
        <p:spPr>
          <a:xfrm xmlns:a="http://schemas.openxmlformats.org/drawingml/2006/main">
            <a:off x="10191750" y="2400300"/>
            <a:ext cx="1238250" cy="4191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73223-1ECA-4B32-95F4-61DB7BF1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575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B46A"/>
                </a:solidFill>
              </a:defRPr>
            </a:pPr>
            <a:r>
              <a:rPr sz="975" b="1">
                <a:solidFill>
                  <a:srgbClr val="D5B46A"/>
                </a:solidFill>
              </a:rPr>
              <a:t>ACT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02dce657d4032"/>
          <a:stretch xmlns:a="http://schemas.openxmlformats.org/drawingml/2006/main"/>
        </p:blipFill>
        <p:spPr>
          <a:xfrm xmlns:a="http://schemas.openxmlformats.org/drawingml/2006/main">
            <a:off x="10191750" y="3286125"/>
            <a:ext cx="1238250" cy="114300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f64f3e0d24cfc"/>
          <a:stretch xmlns:a="http://schemas.openxmlformats.org/drawingml/2006/main"/>
        </p:blipFill>
        <p:spPr>
          <a:xfrm xmlns:a="http://schemas.openxmlformats.org/drawingml/2006/main">
            <a:off x="1619250" y="5286375"/>
            <a:ext cx="8953500" cy="4191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754415-34D6-42E5-BC71-3CDA47B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435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E7E3"/>
                </a:solidFill>
              </a:defRPr>
            </a:pPr>
            <a:r>
              <a:rPr sz="1200" b="0">
                <a:solidFill>
                  <a:srgbClr val="D9E7E3"/>
                </a:solidFill>
              </a:rPr>
              <a:t>Listen first, then move to the solution.</a:t>
            </a:r>
          </a:p>
        </p:txBody>
      </p:sp>
    </p:spTree>
    <p:extLst>
      <p:ext uri="{BB962C8B-B14F-4D97-AF65-F5344CB8AC3E}">
        <p14:creationId xmlns:p14="http://schemas.microsoft.com/office/powerpoint/2010/main" val="403076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68B7DB-D88E-4D9A-AB95-8AF49A57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07cd3514543ef"/>
          <a:stretch xmlns:a="http://schemas.openxmlformats.org/drawingml/2006/main"/>
        </p:blipFill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7B971-AFE2-4298-9DFD-9896EB3B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DO AND AVOID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DC640-052D-4F8C-B2BA-ABF82214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106F1-EF83-456E-A104-9A358ED5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06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af8f27a8f49e9"/>
          <a:stretch xmlns:a="http://schemas.openxmlformats.org/drawingml/2006/main"/>
        </p:blipFill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96182d53b4a10"/>
          <a:stretch xmlns:a="http://schemas.openxmlformats.org/drawingml/2006/main"/>
        </p:blipFill>
        <p:spPr>
          <a:xfrm xmlns:a="http://schemas.openxmlformats.org/drawingml/2006/main">
            <a:off x="9667875" y="1257300"/>
            <a:ext cx="1381125" cy="3810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a26e476cc4edd"/>
          <a:stretch xmlns:a="http://schemas.openxmlformats.org/drawingml/2006/main"/>
        </p:blipFill>
        <p:spPr>
          <a:xfrm xmlns:a="http://schemas.openxmlformats.org/drawingml/2006/main">
            <a:off x="3619500" y="1257300"/>
            <a:ext cx="2238375" cy="38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6831F-7F3C-4BBE-A4C4-1E506D03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54c6c26ca460c"/>
          <a:stretch xmlns:a="http://schemas.openxmlformats.org/drawingml/2006/main"/>
        </p:blipFill>
        <p:spPr>
          <a:xfrm xmlns:a="http://schemas.openxmlformats.org/drawingml/2006/main">
            <a:off x="6477000" y="1771650"/>
            <a:ext cx="4286250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CB7C7-77E9-43C0-A48E-C1EF98E7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3533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46b9527f14b37"/>
          <a:stretch xmlns:a="http://schemas.openxmlformats.org/drawingml/2006/main"/>
        </p:blipFill>
        <p:spPr>
          <a:xfrm xmlns:a="http://schemas.openxmlformats.org/drawingml/2006/main">
            <a:off x="1381125" y="1771650"/>
            <a:ext cx="428625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D8377-2FE7-47B1-82C0-B8EEE397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5745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7f3d06da64e2c"/>
          <a:stretch xmlns:a="http://schemas.openxmlformats.org/drawingml/2006/main"/>
        </p:blipFill>
        <p:spPr>
          <a:xfrm xmlns:a="http://schemas.openxmlformats.org/drawingml/2006/main">
            <a:off x="6477000" y="2514600"/>
            <a:ext cx="4286250" cy="4572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1271A-9561-4BA6-A626-D4E388DB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3533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035bc117f43d2"/>
          <a:stretch xmlns:a="http://schemas.openxmlformats.org/drawingml/2006/main"/>
        </p:blipFill>
        <p:spPr>
          <a:xfrm xmlns:a="http://schemas.openxmlformats.org/drawingml/2006/main">
            <a:off x="1381125" y="2514600"/>
            <a:ext cx="4286250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540B8-4D95-4E55-8599-643401C3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004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dd258f26d4bf3"/>
          <a:stretch xmlns:a="http://schemas.openxmlformats.org/drawingml/2006/main"/>
        </p:blipFill>
        <p:spPr>
          <a:xfrm xmlns:a="http://schemas.openxmlformats.org/drawingml/2006/main">
            <a:off x="6477000" y="3257550"/>
            <a:ext cx="428625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E071F-F16A-44CF-8BE6-FBDCCA8D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3533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5489ee9344108"/>
          <a:stretch xmlns:a="http://schemas.openxmlformats.org/drawingml/2006/main"/>
        </p:blipFill>
        <p:spPr>
          <a:xfrm xmlns:a="http://schemas.openxmlformats.org/drawingml/2006/main">
            <a:off x="1381125" y="3257550"/>
            <a:ext cx="4286250" cy="4572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0AD75-68D5-47DB-9307-72975EBD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4335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3800309c54fa6"/>
          <a:stretch xmlns:a="http://schemas.openxmlformats.org/drawingml/2006/main"/>
        </p:blipFill>
        <p:spPr>
          <a:xfrm xmlns:a="http://schemas.openxmlformats.org/drawingml/2006/main">
            <a:off x="6477000" y="4000500"/>
            <a:ext cx="428625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6D5D3-EFF2-4863-BB13-2043B993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3533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9171a9b5e4078"/>
          <a:stretch xmlns:a="http://schemas.openxmlformats.org/drawingml/2006/main"/>
        </p:blipFill>
        <p:spPr>
          <a:xfrm xmlns:a="http://schemas.openxmlformats.org/drawingml/2006/main">
            <a:off x="1381125" y="4000500"/>
            <a:ext cx="428625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BB74BE-6E99-4F67-96FB-93BAC6D6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863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c692431234a38"/>
          <a:stretch xmlns:a="http://schemas.openxmlformats.org/drawingml/2006/main"/>
        </p:blipFill>
        <p:spPr>
          <a:xfrm xmlns:a="http://schemas.openxmlformats.org/drawingml/2006/main">
            <a:off x="6477000" y="4743450"/>
            <a:ext cx="4286250" cy="4572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890AD3-26FE-4164-84C4-340A79CE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3533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ebbc753734609"/>
          <a:stretch xmlns:a="http://schemas.openxmlformats.org/drawingml/2006/main"/>
        </p:blipFill>
        <p:spPr>
          <a:xfrm xmlns:a="http://schemas.openxmlformats.org/drawingml/2006/main">
            <a:off x="1381125" y="4743450"/>
            <a:ext cx="4286250" cy="45720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38646a7264d25"/>
          <a:stretch xmlns:a="http://schemas.openxmlformats.org/drawingml/2006/main"/>
        </p:blipFill>
        <p:spPr>
          <a:xfrm xmlns:a="http://schemas.openxmlformats.org/drawingml/2006/main">
            <a:off x="2095500" y="5715000"/>
            <a:ext cx="8001000" cy="28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62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36122A-34ED-4F6E-9A2D-B357AF6E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01e463466497b"/>
          <a:stretch xmlns:a="http://schemas.openxmlformats.org/drawingml/2006/main"/>
        </p:blipFill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F0455-A4FC-4F93-B726-A4EEE3E6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USEFUL LISTENING PHRASES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3C6BF-B6AB-45C0-9850-739CEE3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65A63-20A0-4F62-AE0B-56BBBC82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1860ed8ce4cd2"/>
          <a:stretch xmlns:a="http://schemas.openxmlformats.org/drawingml/2006/main"/>
        </p:blipFill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BA3B3-5918-4E93-B640-CF8C9F00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81125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5B46A"/>
                </a:solidFill>
              </a:defRPr>
            </a:pPr>
            <a:r>
              <a:rPr sz="2550" b="1">
                <a:solidFill>
                  <a:srgbClr val="D5B46A"/>
                </a:solidFill>
              </a:rPr>
              <a:t>01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f8567228a4dc7"/>
          <a:stretch xmlns:a="http://schemas.openxmlformats.org/drawingml/2006/main"/>
        </p:blipFill>
        <p:spPr>
          <a:xfrm xmlns:a="http://schemas.openxmlformats.org/drawingml/2006/main">
            <a:off x="7143750" y="1381125"/>
            <a:ext cx="2428875" cy="3810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d852924b44c40"/>
          <a:stretch xmlns:a="http://schemas.openxmlformats.org/drawingml/2006/main"/>
        </p:blipFill>
        <p:spPr>
          <a:xfrm xmlns:a="http://schemas.openxmlformats.org/drawingml/2006/main">
            <a:off x="3571875" y="1381125"/>
            <a:ext cx="3190875" cy="476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3C284-5317-457B-8D05-6332BF8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C3BE"/>
                </a:solidFill>
              </a:defRPr>
            </a:pPr>
            <a:r>
              <a:rPr sz="1125" b="0">
                <a:solidFill>
                  <a:srgbClr val="AAC3BE"/>
                </a:solidFill>
              </a:rPr>
              <a:t>I UNDERSTAND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C5268-0971-4B15-9D1A-FEF45A63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9317B-9990-4359-A971-2C6B4A23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47925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A49A"/>
                </a:solidFill>
              </a:defRPr>
            </a:pPr>
            <a:r>
              <a:rPr sz="2550" b="1">
                <a:solidFill>
                  <a:srgbClr val="1FA49A"/>
                </a:solidFill>
              </a:rPr>
              <a:t>02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c5fe4bbfb4aec"/>
          <a:stretch xmlns:a="http://schemas.openxmlformats.org/drawingml/2006/main"/>
        </p:blipFill>
        <p:spPr>
          <a:xfrm xmlns:a="http://schemas.openxmlformats.org/drawingml/2006/main">
            <a:off x="7143750" y="2447925"/>
            <a:ext cx="2428875" cy="3810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abc991a894291"/>
          <a:stretch xmlns:a="http://schemas.openxmlformats.org/drawingml/2006/main"/>
        </p:blipFill>
        <p:spPr>
          <a:xfrm xmlns:a="http://schemas.openxmlformats.org/drawingml/2006/main">
            <a:off x="3571875" y="2447925"/>
            <a:ext cx="3190875" cy="476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56CBE-653A-42EE-AE80-3CF98B1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479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C3BE"/>
                </a:solidFill>
              </a:defRPr>
            </a:pPr>
            <a:r>
              <a:rPr sz="1125" b="0">
                <a:solidFill>
                  <a:srgbClr val="AAC3BE"/>
                </a:solidFill>
              </a:rPr>
              <a:t>DO YOU MEAN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64243-8220-44D3-8269-28B447F9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46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C68ED-88D4-43E2-8F9F-B30F6CBA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14725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5B46A"/>
                </a:solidFill>
              </a:defRPr>
            </a:pPr>
            <a:r>
              <a:rPr sz="2550" b="1">
                <a:solidFill>
                  <a:srgbClr val="D5B46A"/>
                </a:solidFill>
              </a:rPr>
              <a:t>03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67bd07dcd4b17"/>
          <a:stretch xmlns:a="http://schemas.openxmlformats.org/drawingml/2006/main"/>
        </p:blipFill>
        <p:spPr>
          <a:xfrm xmlns:a="http://schemas.openxmlformats.org/drawingml/2006/main">
            <a:off x="7143750" y="3514725"/>
            <a:ext cx="2428875" cy="3810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6b8b1b1474f9a"/>
          <a:stretch xmlns:a="http://schemas.openxmlformats.org/drawingml/2006/main"/>
        </p:blipFill>
        <p:spPr>
          <a:xfrm xmlns:a="http://schemas.openxmlformats.org/drawingml/2006/main">
            <a:off x="3571875" y="3514725"/>
            <a:ext cx="3190875" cy="4762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C22F8-86C6-4E1E-9F14-11E4BB42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C3BE"/>
                </a:solidFill>
              </a:defRPr>
            </a:pPr>
            <a:r>
              <a:rPr sz="1125" b="0">
                <a:solidFill>
                  <a:srgbClr val="AAC3BE"/>
                </a:solidFill>
              </a:rPr>
              <a:t>TO CONFIRM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DE6D4-9E5B-46DD-805A-36626FCC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C5606-165C-4CA2-A8C7-E6464987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81525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A49A"/>
                </a:solidFill>
              </a:defRPr>
            </a:pPr>
            <a:r>
              <a:rPr sz="2550" b="1">
                <a:solidFill>
                  <a:srgbClr val="1FA49A"/>
                </a:solidFill>
              </a:rPr>
              <a:t>04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246c271984467"/>
          <a:stretch xmlns:a="http://schemas.openxmlformats.org/drawingml/2006/main"/>
        </p:blipFill>
        <p:spPr>
          <a:xfrm xmlns:a="http://schemas.openxmlformats.org/drawingml/2006/main">
            <a:off x="7143750" y="4581525"/>
            <a:ext cx="2428875" cy="3810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b58463c654ceb"/>
          <a:stretch xmlns:a="http://schemas.openxmlformats.org/drawingml/2006/main"/>
        </p:blipFill>
        <p:spPr>
          <a:xfrm xmlns:a="http://schemas.openxmlformats.org/drawingml/2006/main">
            <a:off x="3571875" y="4581525"/>
            <a:ext cx="3190875" cy="4762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11481-A1FA-4732-8FCE-A0167CB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815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C3BE"/>
                </a:solidFill>
              </a:defRPr>
            </a:pPr>
            <a:r>
              <a:rPr sz="1125" b="0">
                <a:solidFill>
                  <a:srgbClr val="AAC3BE"/>
                </a:solidFill>
              </a:rPr>
              <a:t>I WILL NOW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4AD1C-5141-481B-BA86-D5C943E6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9C0A6-19D0-48D7-8C81-3084EE86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75247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B2827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dd75c5b9d4157"/>
          <a:stretch xmlns:a="http://schemas.openxmlformats.org/drawingml/2006/main"/>
        </p:blipFill>
        <p:spPr>
          <a:xfrm xmlns:a="http://schemas.openxmlformats.org/drawingml/2006/main">
            <a:off x="2571750" y="5753100"/>
            <a:ext cx="7048500" cy="33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69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1D4857-6929-4C8E-BC6F-972ADB45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60f8c79dd4539"/>
          <a:stretch xmlns:a="http://schemas.openxmlformats.org/drawingml/2006/main"/>
        </p:blipFill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A06EB-E9B7-4287-84D8-B6E8D658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WHEN THE REQUEST IS UNCLEAR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8D79D-E378-472D-A861-43A470F0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81B79-9D4F-4BB5-93FA-4AD5B428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08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af7159c5e4fe7"/>
          <a:stretch xmlns:a="http://schemas.openxmlformats.org/drawingml/2006/main"/>
        </p:blipFill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7767E-85D7-4AD7-A718-7A7D5DCE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762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220a4e77c43e0"/>
          <a:stretch xmlns:a="http://schemas.openxmlformats.org/drawingml/2006/main"/>
        </p:blipFill>
        <p:spPr>
          <a:xfrm xmlns:a="http://schemas.openxmlformats.org/drawingml/2006/main">
            <a:off x="1000125" y="1638300"/>
            <a:ext cx="4095750" cy="42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FB4C1-EB24-4C79-96B9-557845E2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38375"/>
            <a:ext cx="19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36D67"/>
                </a:solidFill>
              </a:defRPr>
            </a:pPr>
            <a:r>
              <a:rPr sz="1050" b="0">
                <a:solidFill>
                  <a:srgbClr val="E36D67"/>
                </a:solidFill>
              </a:rPr>
              <a:t>●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cb836e0f04028"/>
          <a:stretch xmlns:a="http://schemas.openxmlformats.org/drawingml/2006/main"/>
        </p:blipFill>
        <p:spPr>
          <a:xfrm xmlns:a="http://schemas.openxmlformats.org/drawingml/2006/main">
            <a:off x="1000125" y="2238375"/>
            <a:ext cx="3752850" cy="5238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84A45-FC92-46E3-B136-6011A07A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62250"/>
            <a:ext cx="19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36D67"/>
                </a:solidFill>
              </a:defRPr>
            </a:pPr>
            <a:r>
              <a:rPr sz="1050" b="0">
                <a:solidFill>
                  <a:srgbClr val="E36D67"/>
                </a:solidFill>
              </a:rPr>
              <a:t>●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5f808ddc9425f"/>
          <a:stretch xmlns:a="http://schemas.openxmlformats.org/drawingml/2006/main"/>
        </p:blipFill>
        <p:spPr>
          <a:xfrm xmlns:a="http://schemas.openxmlformats.org/drawingml/2006/main">
            <a:off x="1000125" y="2762250"/>
            <a:ext cx="3752850" cy="5238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7719D-1EED-41D5-97C4-6D3CDD26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86125"/>
            <a:ext cx="19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36D67"/>
                </a:solidFill>
              </a:defRPr>
            </a:pPr>
            <a:r>
              <a:rPr sz="1050" b="0">
                <a:solidFill>
                  <a:srgbClr val="E36D67"/>
                </a:solidFill>
              </a:rPr>
              <a:t>●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16f2ef24245f3"/>
          <a:stretch xmlns:a="http://schemas.openxmlformats.org/drawingml/2006/main"/>
        </p:blipFill>
        <p:spPr>
          <a:xfrm xmlns:a="http://schemas.openxmlformats.org/drawingml/2006/main">
            <a:off x="1000125" y="3286125"/>
            <a:ext cx="3752850" cy="523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F5A66-B361-4BA2-A81C-8E874EBB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10000"/>
            <a:ext cx="19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36D67"/>
                </a:solidFill>
              </a:defRPr>
            </a:pPr>
            <a:r>
              <a:rPr sz="1050" b="0">
                <a:solidFill>
                  <a:srgbClr val="E36D67"/>
                </a:solidFill>
              </a:rPr>
              <a:t>●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d41049ed348a4"/>
          <a:stretch xmlns:a="http://schemas.openxmlformats.org/drawingml/2006/main"/>
        </p:blipFill>
        <p:spPr>
          <a:xfrm xmlns:a="http://schemas.openxmlformats.org/drawingml/2006/main">
            <a:off x="1000125" y="3810000"/>
            <a:ext cx="3752850" cy="5238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D8ABD-6AEA-4243-88C7-4C640D8E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333875"/>
            <a:ext cx="19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36D67"/>
                </a:solidFill>
              </a:defRPr>
            </a:pPr>
            <a:r>
              <a:rPr sz="1050" b="0">
                <a:solidFill>
                  <a:srgbClr val="E36D67"/>
                </a:solidFill>
              </a:rPr>
              <a:t>●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2628e48b84b95"/>
          <a:stretch xmlns:a="http://schemas.openxmlformats.org/drawingml/2006/main"/>
        </p:blipFill>
        <p:spPr>
          <a:xfrm xmlns:a="http://schemas.openxmlformats.org/drawingml/2006/main">
            <a:off x="1000125" y="4333875"/>
            <a:ext cx="3752850" cy="52387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47bf4feb34d8f"/>
          <a:stretch xmlns:a="http://schemas.openxmlformats.org/drawingml/2006/main"/>
        </p:blipFill>
        <p:spPr>
          <a:xfrm xmlns:a="http://schemas.openxmlformats.org/drawingml/2006/main">
            <a:off x="8096250" y="1428750"/>
            <a:ext cx="2857500" cy="4286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5DBB1-F150-4ABB-96BC-B790A1B9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000250"/>
            <a:ext cx="19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65a2647b04498"/>
          <a:stretch xmlns:a="http://schemas.openxmlformats.org/drawingml/2006/main"/>
        </p:blipFill>
        <p:spPr>
          <a:xfrm xmlns:a="http://schemas.openxmlformats.org/drawingml/2006/main">
            <a:off x="6191250" y="2000250"/>
            <a:ext cx="4419600" cy="552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0880A-CABD-41AD-9EE6-FE597A9D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52700"/>
            <a:ext cx="19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001098116491e"/>
          <a:stretch xmlns:a="http://schemas.openxmlformats.org/drawingml/2006/main"/>
        </p:blipFill>
        <p:spPr>
          <a:xfrm xmlns:a="http://schemas.openxmlformats.org/drawingml/2006/main">
            <a:off x="6191250" y="2552700"/>
            <a:ext cx="4419600" cy="5524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C34AF-50FB-4898-BF63-F61B8642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105150"/>
            <a:ext cx="19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17fd0ba504269"/>
          <a:stretch xmlns:a="http://schemas.openxmlformats.org/drawingml/2006/main"/>
        </p:blipFill>
        <p:spPr>
          <a:xfrm xmlns:a="http://schemas.openxmlformats.org/drawingml/2006/main">
            <a:off x="6191250" y="3105150"/>
            <a:ext cx="4419600" cy="5524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1B5C09-8184-42BB-98F2-F7DAA5FB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57600"/>
            <a:ext cx="19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f87be2c5b44e7"/>
          <a:stretch xmlns:a="http://schemas.openxmlformats.org/drawingml/2006/main"/>
        </p:blipFill>
        <p:spPr>
          <a:xfrm xmlns:a="http://schemas.openxmlformats.org/drawingml/2006/main">
            <a:off x="6191250" y="3657600"/>
            <a:ext cx="4419600" cy="5524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ADB33F-F201-4C42-AFEF-C4EF8460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10050"/>
            <a:ext cx="19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674cebf724569"/>
          <a:stretch xmlns:a="http://schemas.openxmlformats.org/drawingml/2006/main"/>
        </p:blipFill>
        <p:spPr>
          <a:xfrm xmlns:a="http://schemas.openxmlformats.org/drawingml/2006/main">
            <a:off x="6191250" y="4210050"/>
            <a:ext cx="4419600" cy="5524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99612-637D-4FA3-BD23-45FC71BD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76875"/>
            <a:ext cx="819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827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a42c18b0e44a0"/>
          <a:stretch xmlns:a="http://schemas.openxmlformats.org/drawingml/2006/main"/>
        </p:blipFill>
        <p:spPr>
          <a:xfrm xmlns:a="http://schemas.openxmlformats.org/drawingml/2006/main">
            <a:off x="2333625" y="5572125"/>
            <a:ext cx="7524750" cy="36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10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afbf8e924486a"/>
          <a:stretch xmlns:a="http://schemas.openxmlformats.org/drawingml/2006/main"/>
        </p:blipFill>
        <p:spPr>
          <a:xfrm xmlns:a="http://schemas.openxmlformats.org/drawingml/2006/main">
            <a:off x="5191125" y="3333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625876db14349"/>
          <a:stretch xmlns:a="http://schemas.openxmlformats.org/drawingml/2006/main"/>
        </p:blipFill>
        <p:spPr>
          <a:xfrm xmlns:a="http://schemas.openxmlformats.org/drawingml/2006/main">
            <a:off x="1809750" y="2333625"/>
            <a:ext cx="8572500" cy="5143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acde0c30745d0"/>
          <a:stretch xmlns:a="http://schemas.openxmlformats.org/drawingml/2006/main"/>
        </p:blipFill>
        <p:spPr>
          <a:xfrm xmlns:a="http://schemas.openxmlformats.org/drawingml/2006/main">
            <a:off x="1809750" y="2924175"/>
            <a:ext cx="8572500" cy="5143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e7e2540be4047"/>
          <a:stretch xmlns:a="http://schemas.openxmlformats.org/drawingml/2006/main"/>
        </p:blipFill>
        <p:spPr>
          <a:xfrm xmlns:a="http://schemas.openxmlformats.org/drawingml/2006/main">
            <a:off x="1619250" y="3667125"/>
            <a:ext cx="8953500" cy="45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68CDD-6521-4F2F-9763-3C7D07EC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4817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1d532f08e43ad"/>
          <a:stretch xmlns:a="http://schemas.openxmlformats.org/drawingml/2006/main"/>
        </p:blipFill>
        <p:spPr>
          <a:xfrm xmlns:a="http://schemas.openxmlformats.org/drawingml/2006/main">
            <a:off x="1905000" y="4695825"/>
            <a:ext cx="8382000" cy="42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737CF-0F9D-4359-A815-A978DACC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7E3"/>
                </a:solidFill>
              </a:defRPr>
            </a:pPr>
            <a:r>
              <a:rPr sz="1350" b="0">
                <a:solidFill>
                  <a:srgbClr val="D9E7E3"/>
                </a:solidFill>
              </a:rPr>
              <a:t>Understand first. Then respond and act.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9d111bef74b84"/>
          <a:stretch xmlns:a="http://schemas.openxmlformats.org/drawingml/2006/main"/>
        </p:blipFill>
        <p:spPr>
          <a:xfrm xmlns:a="http://schemas.openxmlformats.org/drawingml/2006/main">
            <a:off x="2381250" y="5953125"/>
            <a:ext cx="7429500" cy="36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33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2026-08-11T09:25:52.3080000Z</dcterms:created>
  <dcterms:modified xsi:type="dcterms:W3CDTF">2026-08-11T09:25:52.3080000Z</dcterms:modified>
</coreProperties>
</file>